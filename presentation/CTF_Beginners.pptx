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0" y="502920"/>
            <a:ext cx="2377440" cy="438912"/>
          </a:xfrm>
          <a:prstGeom prst="rect">
            <a:avLst/>
          </a:prstGeom>
          <a:solidFill>
            <a:srgbClr val="141E2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502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051560"/>
            <a:ext cx="2377440" cy="438912"/>
          </a:xfrm>
          <a:prstGeom prst="rect">
            <a:avLst/>
          </a:prstGeom>
          <a:solidFill>
            <a:srgbClr val="211D1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051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Crypto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2377440" cy="438912"/>
          </a:xfrm>
          <a:prstGeom prst="rect">
            <a:avLst/>
          </a:prstGeom>
          <a:solidFill>
            <a:srgbClr val="22151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Pwn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2377440" cy="438912"/>
          </a:xfrm>
          <a:prstGeom prst="rect">
            <a:avLst/>
          </a:prstGeom>
          <a:solidFill>
            <a:srgbClr val="1C1528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48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697480"/>
            <a:ext cx="2377440" cy="438912"/>
          </a:xfrm>
          <a:prstGeom prst="rect">
            <a:avLst/>
          </a:prstGeom>
          <a:solidFill>
            <a:srgbClr val="122019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97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OSINT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246120"/>
            <a:ext cx="2377440" cy="438912"/>
          </a:xfrm>
          <a:prstGeom prst="rect">
            <a:avLst/>
          </a:prstGeom>
          <a:solidFill>
            <a:srgbClr val="182028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46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Misc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57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CTF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The Flag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24505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Competitive Hacking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14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00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All Categories  ·  Complete Beginners  ·  Hands-On Session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957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  →  future-hacker  |  $ cat /flag  →  coming soon...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78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0607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CTF?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44475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game, the rules, the culture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93392"/>
            <a:ext cx="64008" cy="80467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665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0482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24323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Crypto, Pwn, RE, Forensics &amp; Misc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80944"/>
            <a:ext cx="64008" cy="8046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540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303580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341985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hacker toolkit for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968496"/>
            <a:ext cx="64008" cy="8046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41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40233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Approach a Challenge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4407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methodology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05840"/>
            <a:ext cx="64008" cy="8046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78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10607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Deep Dives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76672" y="144475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tips for each category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993392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993392"/>
            <a:ext cx="64008" cy="8046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0665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20482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&amp; Strategy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24323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 (or at least score points)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80944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980944"/>
            <a:ext cx="64008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0540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76672" y="303580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Practice Time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76672" y="341985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solve some challenges together!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WHAT IS A CTF?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60120"/>
          </a:xfrm>
          <a:prstGeom prst="rect">
            <a:avLst/>
          </a:prstGeom>
          <a:solidFill>
            <a:srgbClr val="132D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CTF like a cybersecurity escape room — challenges hide a secret string called a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"flag"</a:t>
            </a:r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Find it → submit it → earn points.  Most points wins!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3108960" cy="960120"/>
          </a:xfrm>
          <a:prstGeom prst="rect">
            <a:avLst/>
          </a:prstGeom>
          <a:solidFill>
            <a:srgbClr val="08121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CTF{h3re_is_your_flag}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1719072" cy="265176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148840"/>
            <a:ext cx="1719072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331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743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Jeopardy Style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3127248"/>
            <a:ext cx="1536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challenges across categories. Pick any, in any order. Most common format for beginners.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2148840"/>
            <a:ext cx="1719072" cy="265176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148840"/>
            <a:ext cx="1719072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331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2743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/ Defense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77840" y="3127248"/>
            <a:ext cx="1536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attack each other's services while defending their own. More advanced — team sport!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148840"/>
            <a:ext cx="1719072" cy="265176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2148840"/>
            <a:ext cx="1719072" cy="54864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3317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2743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King of the Hill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52360" y="3127248"/>
            <a:ext cx="1536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compete to own and hold a single machine. Real-time and fast-paced.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32D2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For today's session, we're doing Jeopardy-style — perfect for learning!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THE 6 CHALLENGE CATEGORIES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2761488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5214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Web Exploitation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51790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⭐⭐   100–500 pts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websites and web apps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15798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Suite, browser DevTools, curl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98755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987552"/>
            <a:ext cx="2761488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15214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Cryptography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00984" y="151790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⭐⭐⭐   100–500 pts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00984" y="18288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codes, ciphers, encrypted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00984" y="215798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CyberChef, Python, SageMath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98755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987552"/>
            <a:ext cx="276148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15214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 Pwn / Binary Exploit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⭐⭐⭐⭐   200–600 pts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08776" y="18288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hijack running programs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08776" y="215798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pwntools, GDB, checksec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9923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999232"/>
            <a:ext cx="2761488" cy="54864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31638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Reverse Engineering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" y="352958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⭐⭐⭐   200–500 pts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" y="384048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programs without source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" y="416966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Ghidra, strings, ltrace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63824" y="299923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3824" y="2999232"/>
            <a:ext cx="2761488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3300984" y="31638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🕵️  Forensics / OSINT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00984" y="352958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⭐⭐   100–400 pts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00984" y="384048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hidden or deleted information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00984" y="416966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Wireshark, binwalk, exiftool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71616" y="2999232"/>
            <a:ext cx="2761488" cy="182880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71616" y="2999232"/>
            <a:ext cx="2761488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31638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Misc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08776" y="352958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  50–300 pts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08776" y="384048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scripting, trivia, fun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08776" y="4169664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common sense, Google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YOUR BEGINNER TOOLKIT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397764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1148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Must-Have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64008" cy="3840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CyberChef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8379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decode/encode anything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7007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gchq.github.io/CyberChef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64008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Kali Linux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2386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hacking OS (VM recommended)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2494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kali.org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64008" cy="38404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43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Burp Suite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2935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&amp; modify web requests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27980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portswigger.net/burp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73552"/>
            <a:ext cx="64008" cy="38404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291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Ghidra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3483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reverse engineering by the NSA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8920" y="33467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ghidra-sre.org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22192"/>
            <a:ext cx="64008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Wireshark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40325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network packets visually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38953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wireshark.org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64008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pwntools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" y="4581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binary exploitation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4443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pwntools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987552"/>
            <a:ext cx="4114800" cy="1874520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987552"/>
            <a:ext cx="41148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Practice Platforms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4632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PicoCTF  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absolute beginners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HackTheBox  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+ CTF-style challenges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 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paths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463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CTFtime.org  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upcoming real CTF events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09160" y="3017520"/>
            <a:ext cx="4114800" cy="1947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01752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Quick Start Tip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846320" y="3566160"/>
            <a:ext cx="3840480" cy="1261872"/>
          </a:xfrm>
          <a:prstGeom prst="rect">
            <a:avLst/>
          </a:prstGeom>
          <a:solidFill>
            <a:srgbClr val="08121C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3566160"/>
            <a:ext cx="3840480" cy="292608"/>
          </a:xfrm>
          <a:prstGeom prst="rect">
            <a:avLst/>
          </a:prstGeom>
          <a:solidFill>
            <a:srgbClr val="0D1E2B"/>
          </a:solidFill>
          <a:ln/>
        </p:spPr>
      </p:sp>
      <p:sp>
        <p:nvSpPr>
          <p:cNvPr id="48" name="Shape 46"/>
          <p:cNvSpPr/>
          <p:nvPr/>
        </p:nvSpPr>
        <p:spPr>
          <a:xfrm>
            <a:off x="4956048" y="363931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5138928" y="36393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0" name="Shape 48"/>
          <p:cNvSpPr/>
          <p:nvPr/>
        </p:nvSpPr>
        <p:spPr>
          <a:xfrm>
            <a:off x="5321808" y="3639312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566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83480" y="39136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pwntools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pip3 install pwntools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CyberChef in browser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install needed!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HOW TO APPROACH ANY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8755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78408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carefully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14630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3 times. Every word is intentional. Note: file attachments, URLs, port numbers, hints in the title.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13990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8755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8755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13248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the type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13248" y="14630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category is it? What vulnerability class does it look like? Name it before you start — this guides your tools.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1343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1343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1343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8408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ENUMERATE &amp; gather info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8408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available data. Run file, strings, nmap, curl. What do you actually have? What can you learn passively?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7249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231343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1343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1343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13248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hypothesize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13248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the technique. Look for similar CTF writeups. Form a hypothesis: "I think this is vulnerable to X because..."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3931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63931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78408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ATTEMPT the exploit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8408" y="41148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Try the most obvious approach first. Document what you tried and what happened — don't fly blind.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40507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6B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54880" y="3639312"/>
            <a:ext cx="416052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639312"/>
            <a:ext cx="530352" cy="117043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3931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413248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it!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413248" y="41148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/flag.txt, read the response, decode the output. Submit in CTF{} format. Then write a brief note of how you solved it.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solidFill>
            <a:srgbClr val="122019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2803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Stuck for 20+ minutes? Move on. Return with fresh eyes. Partial flags &amp; easier challenges = more points.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05a — WEB EXPLOITATION  (Beginner Focus)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40050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11480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Beginner Checklist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840480" cy="393192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618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View source code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801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Ctrl+U  or  right-click → View 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3840480" cy="3931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Inspect cookies/headers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276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DevTools → Application tab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3840480" cy="393192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69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Check robots.txt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27523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 /robots.txt  on every site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26664"/>
            <a:ext cx="3840480" cy="3931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Try default credentials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227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admin:admin, admin:password, root:root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3840480" cy="393192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520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Test input fields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Enter: '  --  &lt;script&gt;alert(1)&lt;/script&gt;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840480" cy="39319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995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Fuzz hidden paths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4178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/admin, /flag, /secret, /api, /.git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53128"/>
            <a:ext cx="3840480" cy="393192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471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Read ALL error messages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" y="4654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leak info about the backend stack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987552"/>
            <a:ext cx="4114800" cy="2148840"/>
          </a:xfrm>
          <a:prstGeom prst="rect">
            <a:avLst/>
          </a:prstGeom>
          <a:solidFill>
            <a:srgbClr val="08121C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987552"/>
            <a:ext cx="4114800" cy="292608"/>
          </a:xfrm>
          <a:prstGeom prst="rect">
            <a:avLst/>
          </a:prstGeom>
          <a:solidFill>
            <a:srgbClr val="0D1E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8888" y="10607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01768" y="1060704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84648" y="1060704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987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1335024"/>
            <a:ext cx="38404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SQL Injection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'1'='1' 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null,null--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sqlmap (automated)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"http://target/?id=1" --dbs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246120"/>
            <a:ext cx="4114800" cy="1691640"/>
          </a:xfrm>
          <a:prstGeom prst="rect">
            <a:avLst/>
          </a:prstGeom>
          <a:solidFill>
            <a:srgbClr val="08121C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246120"/>
            <a:ext cx="4114800" cy="292608"/>
          </a:xfrm>
          <a:prstGeom prst="rect">
            <a:avLst/>
          </a:prstGeom>
          <a:solidFill>
            <a:srgbClr val="0D1E2B"/>
          </a:solidFill>
          <a:ln/>
        </p:spPr>
      </p:sp>
      <p:sp>
        <p:nvSpPr>
          <p:cNvPr id="38" name="Shape 36"/>
          <p:cNvSpPr/>
          <p:nvPr/>
        </p:nvSpPr>
        <p:spPr>
          <a:xfrm>
            <a:off x="4818888" y="331927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5001768" y="33192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5184648" y="3319272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1" name="Text 39"/>
          <p:cNvSpPr/>
          <p:nvPr/>
        </p:nvSpPr>
        <p:spPr>
          <a:xfrm>
            <a:off x="544068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Cross-Site Scripting (XSS)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593592"/>
            <a:ext cx="3840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XSS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src=x onerror=alert(1)&gt;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"&gt;&lt;script&gt;alert(document.cookie)&lt;/script&gt;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alert pops → XSS confirmed!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05b — CRYPTOGRAPHY  &amp;  FORENSICS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40050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1148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Crypto for Beginners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4864" cy="411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18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Base64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19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= or ==.  Use CyberChef "From Base64"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54864" cy="4114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ROT13/Caesar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350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letters by N. CyberChef "ROT13"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79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Hex Encoding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0-9, a-f chars. CyberChef "From Hex"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54864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XOR Cipher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xortool or CyberChef XOR with key "CTF"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54864" cy="41148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39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RSA (small 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3941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e=3 or e=65537 with tiny n → just take cube root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4864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70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471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MD5/SHA1 → hashcat -a 0 hash rockyou.txt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987552"/>
            <a:ext cx="4114800" cy="40050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987552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🕵️  Forensics for Beginners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554480"/>
            <a:ext cx="3840480" cy="1874520"/>
          </a:xfrm>
          <a:prstGeom prst="rect">
            <a:avLst/>
          </a:prstGeom>
          <a:solidFill>
            <a:srgbClr val="08121C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554480"/>
            <a:ext cx="3840480" cy="292608"/>
          </a:xfrm>
          <a:prstGeom prst="rect">
            <a:avLst/>
          </a:prstGeom>
          <a:solidFill>
            <a:srgbClr val="0D1E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56048" y="162763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2" name="Shape 30"/>
          <p:cNvSpPr/>
          <p:nvPr/>
        </p:nvSpPr>
        <p:spPr>
          <a:xfrm>
            <a:off x="5138928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3" name="Shape 31"/>
          <p:cNvSpPr/>
          <p:nvPr/>
        </p:nvSpPr>
        <p:spPr>
          <a:xfrm>
            <a:off x="5321808" y="1627632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Commands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1901952"/>
            <a:ext cx="35661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start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challenge.bin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challenge.bin | grep -i ctf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xxd challenge.bin | head -20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hidden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binwalk -e challenge.bin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metadata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image.jpg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54864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584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files: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Wireshark → Follow TCP Stream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950208"/>
            <a:ext cx="54864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zsteg image.png  or  steghide extract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4334256"/>
            <a:ext cx="54864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352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images: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with: mount -o loop disk.img /mnt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4718304"/>
            <a:ext cx="54864" cy="31089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4736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dumps: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Volatility: vol.py -f mem.raw imageinfo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05c — PWN  &amp;  REVERSE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40050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1148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 Pwn for Beginners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solidFill>
            <a:srgbClr val="08121C"/>
          </a:solidFill>
          <a:ln w="12700">
            <a:solidFill>
              <a:srgbClr val="0095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3840480" cy="292608"/>
          </a:xfrm>
          <a:prstGeom prst="rect">
            <a:avLst/>
          </a:prstGeom>
          <a:solidFill>
            <a:srgbClr val="0D1E2B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62763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" y="1627632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Commands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901952"/>
            <a:ext cx="3566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Check protections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checksec --file=./vuln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Find the crash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"print('A'*200)" | ./vuln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Find exact offset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pwn import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 = process("./vuln")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io.sendline(cyclic(200))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io.wait()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= io.corefile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54864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more input than a buffer holds, overwriting memory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54864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Ret2Win: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return address to jump to a "win" function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16552"/>
            <a:ext cx="54864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Chain:  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together existing code snippets (gadgets) to exploit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87552"/>
            <a:ext cx="4114800" cy="400507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987552"/>
            <a:ext cx="4114800" cy="54864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Reverse Engineering for Beginners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91056"/>
            <a:ext cx="384048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Run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what it does.  ./challenge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139696"/>
            <a:ext cx="3840480" cy="45720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strings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176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./challenge | grep -i flag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688336"/>
            <a:ext cx="384048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724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ltrace / strace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2724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library/syscall calls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236976"/>
            <a:ext cx="3840480" cy="45720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Open Ghidra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→ Analyze → Find main()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785616"/>
            <a:ext cx="384048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Find strcmp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46520" y="3822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for string compare functions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334256"/>
            <a:ext cx="3840480" cy="45720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4370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Patch/bypass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46520" y="4370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breakpoint or patch the binary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4736592"/>
            <a:ext cx="3840480" cy="256032"/>
          </a:xfrm>
          <a:prstGeom prst="rect">
            <a:avLst/>
          </a:prstGeom>
          <a:solidFill>
            <a:srgbClr val="271A1C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736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Pwn &amp; RE are hardest for beginners — attempt after easier categories!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— SCORING &amp;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BEGINNER ATTACK ORDER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" cy="48463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36192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36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easiest. Quick wins.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50–300 pts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29968"/>
            <a:ext cx="64008" cy="48463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103120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031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Exploitation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103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— you know websites.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139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100–400 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596896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96896"/>
            <a:ext cx="64008" cy="4846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670048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700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2670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Forensics / OSINT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do the heavy lifting.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0" y="2706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100–400 pts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163824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163824"/>
            <a:ext cx="64008" cy="4846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236976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2369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2369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20440" y="32369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+ CyberChef.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100–500 pts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730752"/>
            <a:ext cx="64008" cy="48463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803904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80390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38039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Engineering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20440" y="38039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practice — invest time if you can.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200–500 pts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297680"/>
            <a:ext cx="8503920" cy="484632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297680"/>
            <a:ext cx="64008" cy="4846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4370832"/>
            <a:ext cx="594360" cy="34747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3708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34440" y="4370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Pwn / Binary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20440" y="43708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Hardest. Tackle last if time allows.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72400" y="4407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200–600 pts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211A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 Golden rule: a solved easy challenge &gt; an unsolved hard one. Points are points!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 GLOSSARY — KEY TERMS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64008" cy="6949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42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string you're hunting. Format: CTF{...}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73936"/>
            <a:ext cx="64008" cy="6949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designed to trigger a vulnerability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60320"/>
            <a:ext cx="64008" cy="69494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 input that takes advantage of a vulnerability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46704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46704"/>
            <a:ext cx="64008" cy="69494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Enumeration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94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gathering info before attacking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33088"/>
            <a:ext cx="64008" cy="694944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compiled binary back into readable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987552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987552"/>
            <a:ext cx="64008" cy="6949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42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Encode/Decode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1335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 format (Base64, hex, URL encoding)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773936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73936"/>
            <a:ext cx="64008" cy="6949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OSINT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Intelligence — finding info from public sources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560320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560320"/>
            <a:ext cx="64008" cy="6949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Steganography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data inside files (images, audio, etc.)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346704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46704"/>
            <a:ext cx="64008" cy="69494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37760" y="3694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Return-Oriented Programming — a pwn technique using existing code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133088"/>
            <a:ext cx="416052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133088"/>
            <a:ext cx="64008" cy="69494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Writeup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37760" y="4480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walkthrough published after a CTF — essential for learning!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B182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411480"/>
            <a:ext cx="2468880" cy="457200"/>
          </a:xfrm>
          <a:prstGeom prst="rect">
            <a:avLst/>
          </a:prstGeom>
          <a:solidFill>
            <a:srgbClr val="163D36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411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 LIVE  PRACTICE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picoctf.org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hackthebox.com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tryhackme.com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ctftime.org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3721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overthewire.org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4114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899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HACK.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320040" y="1993392"/>
            <a:ext cx="5029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762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 every challenge description twice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26791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Try the simplest tool 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31821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Ask for help — collaboration is encouraged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6850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Take notes as you 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1879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😄  Have fun — failure is how you learn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957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"Good luck, future hacker!" &amp;&amp; ./capture_the_flag --mode beginner --team all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 for Beginners</dc:title>
  <dc:subject>PptxGenJS Presentation</dc:subject>
  <dc:creator>PptxGenJS</dc:creator>
  <cp:lastModifiedBy>PptxGenJS</cp:lastModifiedBy>
  <cp:revision>1</cp:revision>
  <dcterms:created xsi:type="dcterms:W3CDTF">2026-03-08T22:13:26Z</dcterms:created>
  <dcterms:modified xsi:type="dcterms:W3CDTF">2026-03-08T22:13:26Z</dcterms:modified>
</cp:coreProperties>
</file>