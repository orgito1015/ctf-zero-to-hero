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502920"/>
            <a:ext cx="2103120" cy="384048"/>
          </a:xfrm>
          <a:prstGeom prst="rect">
            <a:avLst/>
          </a:prstGeom>
          <a:solidFill>
            <a:srgbClr val="238636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02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CTF SESSION 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 The Flag</a:t>
            </a:r>
            <a:endParaRPr lang="en-US" sz="5800" dirty="0"/>
          </a:p>
        </p:txBody>
      </p:sp>
      <p:sp>
        <p:nvSpPr>
          <p:cNvPr id="25" name="Text 23"/>
          <p:cNvSpPr/>
          <p:nvPr/>
        </p:nvSpPr>
        <p:spPr>
          <a:xfrm>
            <a:off x="50292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· Tools · Techniques · Victory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920" y="2743200"/>
            <a:ext cx="5029200" cy="0"/>
          </a:xfrm>
          <a:prstGeom prst="line">
            <a:avLst/>
          </a:prstGeom>
          <a:noFill/>
          <a:ln w="25400">
            <a:solidFill>
              <a:srgbClr val="39D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Tomorrow  |  All Categories  |  Mixed Levels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./start_ctf.sh --date tomorrow --team ready --flag "/flag{l3ts_g0}"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CTF?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6400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 (CTF)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competitions are cybersecurity events where participants solve challenges to find hidden strings called </a:t>
            </a:r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"flags"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solved challenge awards points. The team with the most points wins.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test real-world hacking skills across multiple categories.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417320"/>
          </a:xfrm>
          <a:prstGeom prst="rect">
            <a:avLst/>
          </a:prstGeom>
          <a:solidFill>
            <a:srgbClr val="0A130A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FORMAT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CTF{this_is_a_sample_flag}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2606040"/>
            <a:ext cx="4023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606040"/>
            <a:ext cx="64008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642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Jeopardy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898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challenges, pick any category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300984"/>
            <a:ext cx="4023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300984"/>
            <a:ext cx="64008" cy="59436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337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Attack/Defense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5935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rivals &amp; defend your 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995928"/>
            <a:ext cx="4023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995928"/>
            <a:ext cx="64008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42885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formats combined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Exploitation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 SSRF, IDOR, auth bypass, LFI/RFI, deserialization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74320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005840"/>
            <a:ext cx="27432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Reverse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Disassembly, decompilation, binary patching, anti-debug bypasses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74320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05840"/>
            <a:ext cx="27432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Pwn / Binary Exploitation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overflows, ROP chains, heap exploits, format strings, shellcode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2743200" cy="54864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Cryptography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RSA, AES, hash cracking, custom ciphers, padding oracles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274320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2971800"/>
            <a:ext cx="2743200" cy="54864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Forensics / OSINT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images, packet captures, steganography, metadata, geolocation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971800"/>
            <a:ext cx="2743200" cy="17373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71800"/>
            <a:ext cx="2743200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Misc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Scripting, trivia, jail escapes, blockchain, hardware challenges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783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Burp Suite   ·   FFUF / gobuster   ·   SQLMap   ·   curl + httpx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17830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Pwn / 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GDB + pwndbg   ·   pwntools   ·   Ghidra / IDA   ·   Radare2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64008" cy="178308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Crypto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SageMath   ·   CyberChef   ·   hashcat / john   ·   pycryptodome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017520"/>
            <a:ext cx="64008" cy="178308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Forensics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Wireshark   ·   Autopsy / FTK   ·   binwalk / strings   ·   exiftool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0A130A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Recommended: Kali Linux VM  |  tmux  |  Python 3 + pwntools  |  VPN to CTF network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5448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55448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&amp; Read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challenge description carefully. Note hints, files, ports, URLs. Google anything unfamiliar.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29968" y="1005840"/>
            <a:ext cx="155448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1005840"/>
            <a:ext cx="1554480" cy="6400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2029968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21408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21408" y="228600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services, enumerate directories, check source code, run file/strings/binwalk on binaries.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2736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39896" y="1005840"/>
            <a:ext cx="155448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1005840"/>
            <a:ext cx="1554480" cy="64008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31336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Vuln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31336" y="228600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patterns to known vulnerability classes. Check version numbers, default creds, common misconfigs.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2664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9824" y="1005840"/>
            <a:ext cx="155448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9824" y="1005840"/>
            <a:ext cx="1554480" cy="6400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4" name="Text 22"/>
          <p:cNvSpPr/>
          <p:nvPr/>
        </p:nvSpPr>
        <p:spPr>
          <a:xfrm>
            <a:off x="5449824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41264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41264" y="228600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your payload. Start simple. Use known PoCs as a base. Iterate quickly.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22592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59752" y="1005840"/>
            <a:ext cx="155448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9752" y="1005840"/>
            <a:ext cx="1554480" cy="64008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0" name="Text 28"/>
          <p:cNvSpPr/>
          <p:nvPr/>
        </p:nvSpPr>
        <p:spPr>
          <a:xfrm>
            <a:off x="7159752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251192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Flag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51192" y="228600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/flag, read flag.txt, decode output. Submit in correct format: CTF{...}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WEB EXPLOITATION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Checklist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page source (Ctrl+U)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JS files for secrets/APIs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input fields: SQLi, XSS, SSTI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directories: /admin, /api, /.git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cookies &amp; JWT tokens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IDOR: change IDs in requests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SSRF via URL params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robots.txt, sitemap.xml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 messages carefully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0A0E14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 Test Payload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'1'='1' 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admin'--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null,null--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1,table_name FROM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information_schema.tables--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sqlmap: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sqlmap -u "http://target/page?id=1"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--dbs --batch --level=3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A6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CRYPTO  +  🕵️ FORENSICS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0" cy="6400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Hints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cipher type first (RSA, AES, XOR...)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RSA e? Try Wiener or Boneh-Durfee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mode? Byte-at-a-time decryption 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cracking → hashcat + rockyou.txt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encoding? Try CyberChef "Magic"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with known plaintext → key recovery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cipher? Look for patterns/repeats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05840"/>
            <a:ext cx="4114800" cy="6400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&lt;thing&gt; → always start 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&lt;binary&gt; | grep CTF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binwalk -e &lt;file&gt; → extract embedded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PCAP? Follow TCP/HTTP streams in Wireshark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check LSB steg (stegsolve/zsteg)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exiftool for metadata in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for memory dump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hidden partitions in disk images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💥 PWN  +  🔍 REVERSE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0" cy="6400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 Checklist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checksec &lt;binary&gt; → what protections?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canary + NX off → classic BOF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present → leak it first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enabled → need info leak for ASLR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offset with cyclic pattern (pwntools)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ROP chain: ret2libc or one_gadget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string: %n writes, %p leaks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05840"/>
            <a:ext cx="411480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Tips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Ghidra → decompile to 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main() / WinMain() first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strcmp / strncmp calls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with ltrace / strace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breakpoints at key comparisons in GDB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jump instructions to bypass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 symbolic execution for hard CRCKMEs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bytecode? Use dis/uncompyle6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TIPS &amp; MINDSET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Time-box hard challenges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30+ min? Switch and come back fresh. Points are points.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Document everything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notes as you go. You'll thank yourself when you need to revisit.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74320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005840"/>
            <a:ext cx="2743200" cy="54864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Collaborate on unknowns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sets of eyes spot things one misses. Don't silo knowledge.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74320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26080"/>
            <a:ext cx="2743200" cy="54864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Read the challenge title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description often contain hidden hints or the category.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Google is your friend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challenges reuse known techniques. Always search the error message.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74320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92608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Check easy ones first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low-hanging fruit to score points early and build momentum.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914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HACK?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" y="2011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break things. Find the flags. Earn the points.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5029200" cy="0"/>
          </a:xfrm>
          <a:prstGeom prst="line">
            <a:avLst/>
          </a:prstGeom>
          <a:noFill/>
          <a:ln w="254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Enumerate thoroughly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the obvious first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your progress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Have fun!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"Good luck and may the flags be with you!" | nc ctf.server 1337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 Session</dc:title>
  <dc:subject>PptxGenJS Presentation</dc:subject>
  <dc:creator>PptxGenJS</dc:creator>
  <cp:lastModifiedBy>PptxGenJS</cp:lastModifiedBy>
  <cp:revision>1</cp:revision>
  <dcterms:created xsi:type="dcterms:W3CDTF">2026-03-08T22:02:32Z</dcterms:created>
  <dcterms:modified xsi:type="dcterms:W3CDTF">2026-03-08T22:02:32Z</dcterms:modified>
</cp:coreProperties>
</file>